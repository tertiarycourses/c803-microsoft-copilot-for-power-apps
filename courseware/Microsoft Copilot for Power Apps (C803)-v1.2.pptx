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Microsoft Copilot for Power Apps (C803)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C803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v1.2  ·  4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Industry certified in the subject area of this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this subject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do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Getting Copilot ready in Power Apps and building a canvas app with Copilot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 Started with Copilot in Power Apps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Canvas Apps with Copilot (Labs 4–7)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Extending the app with Copilot chat, automating it with Power Automate, and sharing and governing 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Automate and Extend with Copilot (Labs 8–10)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9:30am–5:30pm · 30-minute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Copilot Works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From dragging controls to describing outcomes — you tell Copilot the app you want and it builds the screens, the data connections and the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works on your real data — point Copilot at a Dataverse table and the app reads and writes your records, not a generic sample.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 surfaces, one assistant — Copilot builds the app in Studio, and a Copilot control lets your users query the app's data in plain language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stay accountable — Copilot drafts screens, Power Fx and flows; you run, test and decide what to publish.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Describe–Review–Refine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 the app's purpose, who will use it, and which Dataverse table holds its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 clear prompt — the purpose, the data, the screens and the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Copilot build the app, the formula or the 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it, test it against known data, and read any Power Fx before you trust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Copilot to adjust, then publish and share when it is right.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WORKING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Copilot builds fastest when your prompt is specific and your data is well described.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This course is hands-on: you build one connected solution — a Maintenance Request app for a facilities team, backed by Dataverse, with Power Fx, an in-app Copilot chat and an approval-and-notification flow — describing each part to Copilot and checking its work before you publish.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 Copilot-ready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Copilot enabled in Power Apps Studio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well-described Dataverse table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reusable app-prompt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 working canvas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 generated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Refined screens and layouts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Power Fx formulas you understand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in-app Copilot chat for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Automation and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approval-and-notification 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flow called from the app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app shared and governed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trainer demonstrates the Copilot technique on the shared Harbourfront Facilities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do it yourself in Power Apps — on the sample scenario, or on your own non-confidential app idea.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run and verify the result against the lab's explicit 'Test it'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read any Power Fx or flow Copilot generated and confirm it does what you asked.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keep the working app, formula or flow — it becomes part of your Copilot-for-Power-Apps toolkit.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 Started with Copilot in Power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Copilot in Power Apps and the Power Platform is · Licensing, requirements and enabling Copilot · Copilot in Power Apps Studio · Effective prompting for app building · Preparing data with Dataverse for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Copilot in Power Apps — Microsoft's AI assistant built into Power Apps that turns plain-English descriptions into working app screens, tables and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Power Platform — Microsoft's low-code suite (Power Apps, Power Automate, Power BI and Copilot Studio); Copilot spans it, so an app you build can connect to flows and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Canvas apps — the app type you build here: you describe a screen and Copilot lays out the controls, while you keep full control of the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Licensing and requirements — Copilot features need a Power Apps environment with Copilot switched on and a Microsoft work or school account, not a personal one; some tenants also need an admin toggle.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Enabling Copilot — Copilot is turned on per environment in the Power Platform admin center and in Studio's settings; the trainer confirms it is on before the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Apps Studio — the browser-based design surface where you build the app; the Copilot pane sits alongside the canvas, the tree view and the property pane.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Get Started with Copilot in Power Apps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prompting for apps — a good app-building prompt names the app's purpose, the data it works with, the screens you want and the audience, so Copilot builds the right 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Dataverse — Microsoft's structured cloud database; clear table and column names with descriptions give Copilot the context it needs to build accurate apps and formulas.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Enable Copilot and Get Oriented in Power Apps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Prepare Your Data with Dataverse for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App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This lab gets Copilot working for you. You sign in at make.powerapps.com, check you are in the right environment, confirm Copilot is switched on, and create a throwaway app so you can see the Copilot pane, the canvas, the tree view and the property pane — the surfaces you use all day.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confirmed, Copilot-enabled Power Apps environment and a short tour note of where the Copilot pane, tree view, canvas and property pane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make.powerapps.com, Power Apps Studio, Copilot pane, a Microsoft work or school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a browser and sign in at make.powerapps.com with your Microsoft work or school account (not a personal Microsoft account). This is the Power Apps maker portal where you build all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your environment: at the top-right, open the environment picker and select the environment your trainer names. Copilot and Dataverse must be enabled there — if the picker is empty or Copilot is missing, tell the trainer.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is available: from the home page choose 'Start with Copilot' (or '+ Create' &gt; 'Start with a page design'). If a prompt box invites you to 'Describe the app you'd like to build', Copilot is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throwaway canvas app to explore Studio: choose '+ Create' &gt; 'Blank app' &gt; 'Blank canvas app', name it 'Studio Tour', pick Tablet format, and click Create. This opens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Find the four surfaces you will use all day, and note where each is: the Tree view (left) listing screens and controls; the Canvas (centre) where the app is designed; the Property pane (right) for the selected control; and the Copilot pane (open it from the Copilot icon on the top toolbar).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what it can do, so you see the pane respond, then read its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What can you help me build and change in this Power Apps canvas app?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ground rule: Copilot drafts screens, formulas and flows inside Studio, but nothing is shared or published until you choose to. Close the 'Studio Tour' app without saving — it was only for the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are signed in to make.powerapps.com in the correct environment, the Copilot pane opens and responds to a question, and you can point to the tree view, canvas, property pane and Copilot pane in Studio.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builds better apps on well-described data. You create the Maintenance Requests table in Dataverse, add clearly named columns with descriptions and choice options, and add a couple of sample rows — so that when Copilot builds the app in Domain 2 it understands each field.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Dataverse table named 'Maintenance Requests' with clearly named, described columns, choice options for Category, Priority and Status, and two sample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Dataverse, Tables, columns, choice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 left menu, open 'Tables' (under Dataverse), then choose '+ New table' &gt; 'New table'. Name it 'Maintenance Request' (Power Apps sets the plural 'Maintenance Requests' automatically).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Keep the default primary column but rename its display name to 'Title' with the description 'Short summary of the fault' — clear names and descriptions are exactly what Copilot reads to understand your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'Location' (description: 'Building, floor and room, e.g. Tower A, L3, Server Room').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'Category' with the choices: Electrical, Plumbing, HVAC, General (description: 'Type of maintenance issue').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'Priority' with the choices: Low, Medium, High (description: 'How urgent the request is').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multiline text column 'Description' (description: 'What is wrong, in the requester's own words').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'Status' with the choices: New, Approved, In Progress, Resolved (description: 'Where the request is in its lifecycle'), and set its default to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'Assigned To' (description: 'Technician handling the request') and a multiline text column 'Resolution Notes' (description: 'What was done to fix it'). Save the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two sample rows via 'Edit' (data): e.g. Title 'Flickering light in Tower A lobby', Location 'Tower A, L1, Lobby', Category Electrical, Priority Medium, Status New; and Title 'Server room too warm', Location 'Tower B, L4, Server Room', Category HVAC, Priority High, Status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'Maintenance Requests' table exists in Dataverse with named, described columns, Category/Priority/Status have the right choices, and two sample requests are saved.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only as good as the prompt behind it. You draft a vague prompt, then a specific one that names the app's purpose, the data, the screens and the audience, and distil what worked into a reusable pattern you will use for the rest of the course. You do this in the Copilot prompt box without building the full app yet.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written four-part app-prompt pattern (Purpose · Data · Screens · Audience) and one strong, tested app-building prompt saved for reuse.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prompt box, prompt design, Purpose/Data/Screens/Audience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page, open the 'Start with Copilot' prompt box (you will preview prompts here; you build the real app in Lab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Type a deliberately vague prompt and read how generic Copilot's proposed app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me an app for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Now type a specific prompt for the same intent and compare what Copilot proposes.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down the four parts that made the second prompt work: the Purpose (what the app is for), the Data (which table), the Screens (what pages you want) and the Audience (who uses 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your reusable pattern where you can find it — a notes doc, or pinned in your team's notes.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PURPOSE: what the app is for | DATA: which Dataverse table | SCREENS: the pages you want | AUDIENCE: who uses it and how simple it must 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conditions that keep results trustworthy: always name the exact table, list the screens explicitly, and state the audience so Copilot pitches the design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Rewrite one app idea of your own using the pattern (or refine the maintenance prompt), and read Copilot's proposal — do not build it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your best app-building prompt — you will reuse this pattern and this exact prompt in Lab 4 to generate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show two proposals for the same intent (vague vs specific), a written four-part prompt pattern, and one saved app-building prompt ready to use in Lab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Sign in to Power Apps, confirm Copilot is enabled, and find your way around Power Apps Studio and the Copilot pane.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Create a well-described Dataverse table so Copilot has the context it needs to build an accurate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Compare a vague app prompt with a specific one and capture a reusable four-part prompt pattern for building apps.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Canvas Apps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Creating an app from a prompt · Refining screens, controls and layouts with Copilot · Generating and explaining Power Fx formulas with Copilot · Adding an in-app Copilot chat for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Creating an app from a prompt — describe the app you want (its purpose and its data) and Copilot generates a working, multi-screen canvas app you can run straight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Grounding on your data — point Copilot at your Dataverse table so the generated app reads and writes your real records, not placeholder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Refining with Copilot — keep the conversation going: ask Copilot to add a screen, change a layout, sort a gallery or restyle a control, all in plain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 and layouts — galleries, forms, labels, buttons and containers are the building blocks Copilot arranges; you then fine-tune them in the property pane.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Fx — Power Apps' Excel-like formula language; Copilot writes Power Fx for you from a description, and explains any formula step by step.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Reading and trusting formulas — always read the Power Fx Copilot generates, test it against known data, and ask Copilot to explain anything unfamiliar before you rely on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In-app Copilot chat — a Copilot control you can add to an app so your end users can ask questions of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in the loop — Copilot drafts screens, formulas and flows; you run them, test them and decide what to publish.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Canvas App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 Screens, Controls and Layouts with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6–7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Explain Power Fx Formulas with Copilot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an In-App Copilot Chat for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build the real app. You give Copilot the app-building prompt you saved in Lab 3, point it at your Maintenance Requests table, and let it generate a working canvas app with a browse screen, a detail screen and a submit form. You run it, confirm it reads and writes your real data, and save it.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canvas app, 'Harbourfront Maintenance', generated by Copilot and grounded on the Maintenance Requests table, that you can run to browse, view and submit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Start with Copilot, canvas app generation, Dataverse grounding, Play/Preview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 choose 'Start with Copilot' and paste the specific app-building prompt you saved in Lab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When Copilot asks which data to use, choose 'Dataverse' and select your 'Maintenance Requests' table so the app is grounded on your real records, not sample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Copilot's plan (the screens and controls it proposes). If it looks right, choose 'Create app' and let Copilot build it — this opens the generated app in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Rename the app 'Harbourfront Maintenance' (File &gt; Save, then set the name) and Save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app with Preview (the play button, or F5). Check the browse screen lists your two sample requests, that selecting one opens its details, and that the new-request form shows your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Submit a test request through the form (for example 'Blocked drain in Tower B washroom', Plumbing, Low), then confirm it appears in the browse gallery — proving the app writes back to Dataverse.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in the data: open the Maintenance Requests table's data view in another tab and confirm your test request is stored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Preview and Save. You now have a working, data-connected app to refine in the next labs.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'Harbourfront Maintenance' app runs, its browse screen lists real records from Dataverse, and a request submitted through the form appears both in the app and in the Maintenance Requests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a starting point. You keep the conversation going with Copilot to make the app clearer and more useful: sort and filter the gallery, relabel and reorder fields, tidy the layout and adjust styling — all by describing what you want rather than editing by hand.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refined 'Harbourfront Maintenance' app: the browse gallery sorted and filtered sensibly, clearer labels, and a tidier layout produced by describing changes to Copilot.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pane in Studio, galleries, forms, labels, layout and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'Harbourfront Maintenance' app in Studio and open the Copilot pane.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sort the browse gallery so the newest requests are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Sort the requests gallery on the browse screen so the most recently created requests appear at the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show only open work by filtering out resolved requests.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browse screen, show only requests whose Status is not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make each gallery item clearer by showing the key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 each item of the requests gallery, show the Title in bold, then Location and Category on one line, and show the Priority as a coloured tag.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improve a label and the screen title for a non-technical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Rename the browse screen's title to 'Open Maintenance Requests' and change the new-request button label to '+ New Request'.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tidy the detail screen's layout.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detail screen, group the request fields into a single readable card with clear field labels and consistent spacing.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After each change, run Preview (F5) and confirm the app still works and looks clearer; if a change is not what you meant, tell Copilot what to adjust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app. Keep note of one change Copilot made that you would otherwise have done by hand — that is the time it saves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browse gallery is sorted newest-first and hides resolved requests, gallery items and the detail screen are clearer, and the app still runs correctly in Preview after the refinements.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Power Fx is what makes the app smart. You ask Copilot to write Power Fx from a plain description — a priority colour, a count of open requests, a days-open calculation — paste each formula onto the right control, then ask Copilot to explain a formula step by step and verify every result against your data.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Several verified Power Fx formulas on your app (a priority colour, an open-requests count, and a days-open value), plus a plain-English explanation of one formula.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Fx, Copilot formula generation and explanation,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With the app open, select the Priority tag/label in the gallery. Ask Copilot for a formula that colours it by priority.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the Fill (or Color) of this label that shows red when Priority is High, amber when Medium, and green when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Copilot's formula onto the control's Color/Fill property. Below is the shape to expect — adjust the field and choice names to match your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run Preview and confirm a High request shows red, a Medium amber, a Low green. If a colour is wrong, tell Copilot which value is off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header count of open requests. Select the browse screen header, add a label, and ask Copilot for the formula.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counts how many requests in the Maintenance Requests table have a Status that is not Resolved, shown as 'Open requests: N'.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the formula and check the number matches what you can count in the gallery. Expected shape: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"Open requests: " &amp; CountRows(Filter('Maintenance Requests', Status.Value &lt;&gt; "Resolved"))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On the detail screen, add a 'Days open' label and ask Copilot for a formula using the created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shows how many whole days it has been since this request was created, using its Created On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explain one of its formulas so you understand it before you rely on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Explain, step by step, what this formula does: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explanation and write one sentence in your notes on what Switch does and why you would trust this formula.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priority tag is colour-coded correctly, the header shows a correct count of open requests, the detail screen shows a sensible days-open value, and you can explain in one sentence what one of the formulas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does not only help you build — it can help your users too. You add the in-app Copilot control to a screen, point it at your Maintenance Requests data, write a couple of example questions users might ask, and test that the chat answers from the app's real records.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in-app Copilot chat on the 'Harbourfront Maintenance' app that answers end-user questions from the Maintenance Requests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control (Insert &gt; Copilot), grounding on Dataverse, end-user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Copilot control is available in your environment (an admin setting enables the in-app Copilot control). If it is off, the trainer will show a shared app with it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app in Studio, go to the browse screen, then Insert &gt; Input (or 'Copilot') and add the 'Copilot' control to the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control's data source to your 'Maintenance Requests' table so it answers from your app's records, not the open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Position and size the control so it sits neatly on the screen (for example a panel on the right), and give the screen room for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 and ask the in-app Copilot a question a real user would 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How many high-priority requests are still open, and where are they?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a second, more specific question and confirm the answer matches what you can see in the gallery.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List the requests in Tower A that are not yet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cross-check one of Copilot's answers against the browse gallery or the table data — never present an answer you have not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and publish a first version of the app (File &gt; Save, then Publish) so it is ready to automate in Domain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in-app Copilot control answers at least two natural-language questions from your Maintenance Requests data, and its answers match what you can verify in the app, with a first version published.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Generate a working, multi-screen canvas app from a single plain-language prompt grounded on your Dataverse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Improve the generated app's screens, controls and layout by describing the changes to Copilot in plain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Copilot to write Power Fx formulas from a description, explain existing formulas, and verify them against your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Add a Copilot chat control so end users can ask questions of the app's data in natural language.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Automate and Extend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Building Power Automate flows with Copilot · Integrating flows with canvas apps · Approval and notification scenarios · Sharing and governing AI-assisted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Automate — the Power Platform's workflow tool; Copilot builds automated flows from a plain-language description of the trigger and the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Building flows with Copilot — describe what should happen and when (for example 'when a high-priority request is created, email the manager for approval') and Copilot assembles the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Integrating flows with canvas apps — a flow can be called from a canvas app with Power Fx, so a button in your app starts the automation.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Approvals — Power Automate's Approvals action sends a request to an approver, waits for their decision, and branches the flow on approve or reject.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Notifications — flows can send email, Teams messages or mobile notifications to keep people informed as records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Sharing apps — canvas apps and their flows are shared with named users or groups, as run-only users or co-owners.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Governing AI-assisted apps — environments, data loss prevention (DLP) policies and connector controls keep low-code apps safe; the owner stays accountable for what the app does.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and document — test every Copilot-built flow end to end, and record what the app and flow do so the solution stays maintainable.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Power Automate Flow with Copilot and Call It from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 Approval and Notification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 and Govern Your AI-Assisted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automate. Using Copilot in Power Automate, you describe a flow that runs when a high-priority request is created and emails the facilities manager. You test it, then wire it into your canvas app so submitting a request can trigger the automation — connecting the app you built to a real workflow.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Copilot-built Power Automate flow that notifies the manager of high-priority requests, tested and callable from the 'Harbourfront Maintenance'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Automate, Copilot flow builder, Dataverse trigger, Office 365 Outlook, Power Fx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Go to Power Automate (from the app menu 'Flows', or make.powerautomate.com) in the same environment, and choose to create a flow with Copilot — the 'Describe it to design it' prompt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Describe the flow you want in plain language and let Copilot assemble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When a new row is created in my Maintenance Requests table in Dataverse and its Priority is High, send an email to the facilities manager with the request's Title, Location and Description.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flow Copilot built: confirm the trigger is 'When a row is added' on Maintenance Requests, that there is a condition on Priority = High, and that the action is 'Send an email (V2)'. Add the manager's address (use your own for testing).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flow, name it 'Notify manager of high-priority request', and test it: create a High-priority request (in the app or the table) and confirm the email arrives.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what Copilot built, step by step, so you understand it — ask Copilot to explain any action you are unsure of before you rely on the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Integrate the flow with the app: open 'Harbourfront Maintenance' in Studio, add the Power Automate flow to the app (Power Automate pane &gt; add your flow), and select the submit button.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in Studio for the Power Fx to run the flow when the button is pressed, or add it yourself. Expected shape (name matches your flow):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'Notifymanagerofhighpriorityrequest'.Run(TitleInput.Text, LocationInput.Text, DescriptionInput.Text)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Preview, submit a High-priority request, and confirm both that the record is saved and that the flow runs and the email arrives.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flow runs when a high-priority request is created (or the app button is pressed), the manager receives an email with the request details, and you can explain what each step of the flow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notification is good; a decision is better. You extend the flow with Copilot so a high-priority request is sent to the manager for approval, and when they approve or reject, the flow updates the request's Status and notifies the requester of the outcome — a complete approval-and-notification loop.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approval-and-notification flow: high-priority requests go to the manager for approval, the request Status is updated on the decision, and the requester is notified of the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 Approvals, conditions/branches, Dataverse update row,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your 'Notify manager of high-priority request' flow and edit it. Ask Copilot to turn the notification into an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Instead of just emailing the manager, start an approval and wait for the manager to approve or reject this high-priority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added a 'Start and wait for an approval' action (Approve/Reject type) addressed to the manager, with the request's details in the approval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decision branch. Ask Copilot to handle both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approval, if it is approved set this request's Status to Approved; if it is rejected set the Status to Resolved with a note that it was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flow now has a Condition on the approval outcome and an 'Update a row' action on Maintenance Requests in each branch that sets Status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requester notification. Ask Copilot to close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status is updated, send an email to the person who created the request telling them whether it was approved or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 and test the approve path: create a High-priority request, open the approval (in Power Automate, Outlook or Teams), approve it, and confirm the request's Status becomes Approved and the requester is emailed.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reject path with a second request: reject it, and confirm the Status and the requester's email reflect the rejection.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app: open 'Harbourfront Maintenance' and confirm the browse gallery now shows the updated statuses from the flow — the automation and the app are working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Approving a high-priority request sets its Status to Approved and emails the requester; rejecting one sets the Status accordingly and emails the requester; and the app's gallery reflects both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app only helps if the right people can use it — safely. You share the app with users and the flow's connections, review who can do what, and apply governance: the environment it lives in, data loss prevention awareness, and documenting what the solution does so it stays maintainable and accountable.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shared 'Harbourfront Maintenance' app with the flow's connections in place, plus a short governance note covering sharing, environment, DLP and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App sharing, run-only vs co-owner, environments, DLP awareness,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portal, open 'Apps', select 'Harbourfront Maintenance', and choose 'Share'.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Share with a colleague or a group as run-only users (they can use the app but not edit it), and note the difference between run-only users and co-owners who can edit. Confirm the app's flow connections are included so the automation still works for shared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the environment: confirm which environment the app and flow live in, and understand that moving between Dev/Test/Prod environments is how organisations control release. Note your environment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data loss prevention (DLP): understand that admins use DLP policies to control which connectors (Dataverse, Outlook, Teams, etc.) can be combined; check your app only uses connectors your organisation allows.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help you document the solution so it stays maintainable.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short description of this app and its flow for other makers: what it does, which Dataverse table it uses, what the approval flow does, and who it is shared with.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that description in the app's details (Apps &gt; ... &gt; Details &gt; Description) and in your team notes, so the next person understands the 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accountability: you — the owner — are responsible for what the app and flow do; Copilot only helped build them. Note who to contact if the flow needs changing.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Final check: run the shared app once more end to end (submit a High-priority request, approve it, see the status update) to confirm the complete Harbourfront Facilities solution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app is shared with at least one user or group with the flow's connections included, you can state the environment and which connectors the app uses, and a plain-language description of the solution is saved with the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Use Copilot to build an automated flow, then integrate it with the canvas app so a button starts the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Extend the flow into an approval-and-notification scenario that updates the request based on the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Share the app and flow with the right people and apply sensible governance to your AI-assisted solution.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